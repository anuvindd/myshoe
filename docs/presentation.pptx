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CLOUD &amp; DEVOPS CAPSTONE  |  MyShoe  |  ap-south-1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MyShoe - Step Into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Design. Build. Automate. Deploy. Monitor. Succeed.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/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Cloud &amp; DevOps Capstone | ap-south-1 | myshoe.sytes.net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Anuvind | 470999030662 | t3.micro + RDS db.t3.micro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 b="1">
                <a:solidFill>
                  <a:srgbClr val="A7F3D0"/>
                </a:solidFill>
                <a:latin typeface="Calibri"/>
              </a:rPr>
              <a:t>Live: http://myshoe.sytes.net  |  https://myshoe.sytes.net  |  ALB myshoe-app-alb-1194032437.ap-south-1.elb.amazonaws.com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99"/>
                </a:solidFill>
                <a:latin typeface="Calibri"/>
              </a:defRPr>
            </a:pPr>
            <a:r>
              <a:t>1 / 10  |  github.com/anuvindd/myshoe  |  MyShoe - Step Into Future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CLOUD &amp; DEVOPS CAPSTONE  |  MyShoe  |  ap-south-1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Overview &amp;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Secure, scalable, automated, highly-available shoe e-commerce.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- 8 premium models (Unsplash + S3), cart API, health/metrics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- All 7 capstone phases demonstrated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- VPC 10.0.0.0/16, 2AZ (1a/1b), IGW + NAT GW, 3x EC2, RDS MySQL 8.0, ECR, S3, IAM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99"/>
                </a:solidFill>
                <a:latin typeface="Calibri"/>
              </a:defRPr>
            </a:pPr>
            <a:r>
              <a:t>2 / 10  |  github.com/anuvindd/myshoe  |  Project Overview &amp; Objective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CLOUD &amp; DEVOPS CAPSTONE  |  MyShoe  |  ap-south-1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Business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Why shoes? Exercises product CRUD, images, stock, cart - easy to grade visually.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- Customer: browse -&gt; size/color -&gt; Add to cart -&gt; POST /api/cart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- Admin: inventory via RDS + S3 assets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- Flow: Internet -&gt; CNAME myshoe.sytes.net -&gt; ALB:80/443 -&gt; NodePort 30080 -&gt; K8s Service -&gt; 3 pods -&gt; 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99"/>
                </a:solidFill>
                <a:latin typeface="Calibri"/>
              </a:defRPr>
            </a:pPr>
            <a:r>
              <a:t>3 / 10  |  github.com/anuvindd/myshoe  |  Business Use Case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CLOUD &amp; DEVOPS CAPSTONE  |  MyShoe  |  ap-south-1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VPC 10.0.0.0/16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 Public 10.0.1.0/24 (a) + 10.0.3.0/24 (b) - ALB ENIs + NAT GW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 Private 10.0.2.0/24 (a) + 10.0.4.0/24 (b) - RDS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 EC2: master 10.0.1.212 (15.207.57.86) + workers 10.0.1.6 (15.252.54.155), 10.0.3.198 (13.207.231.99) - t3.micro, SG myshoe-k8s-nodes-sg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 K8s 1.30.14 (kubeadm + cri-dockerd + Flannel) - 3/3 Ready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 ECR 470999030662.dkr.ecr.ap-south-1.amazonaws.com/myshoe-app:latest + S3 myshoe-assets-470999030662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 ALB listeners 80-&gt;TG 8000 (health /health) + 443 (ACM c36b7d74 self-signed)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99"/>
                </a:solidFill>
                <a:latin typeface="Calibri"/>
              </a:defRPr>
            </a:pPr>
            <a:r>
              <a:t>4 / 10  |  github.com/anuvindd/myshoe  | 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CLOUD &amp; DEVOPS CAPSTONE  |  MyShoe  |  ap-south-1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Network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Subnets &amp; Routes: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- Public RT 0.0.0.0/0 -&gt; IGW | Private RT 0.0.0.0/0 -&gt; NAT GW (single, cost control)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- SG alb: 80,443 0.0.0.0/0 | SG k8s-nodes: 22 0.0.0.0/0, 6443 0.0.0.0/0, 10250 VPC, 30080 0.0.0.0/0 | SG rds: 3306 10.0.0.0/16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- DNS: myshoe.sytes.net CNAME -&gt; ALB DNS (external sytes.net, no Route53 zone)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- Health: ALB 30s /health, 3 healthy -&gt; 503-&gt;200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99"/>
                </a:solidFill>
                <a:latin typeface="Calibri"/>
              </a:defRPr>
            </a:pPr>
            <a:r>
              <a:t>5 / 10  |  github.com/anuvindd/myshoe  |  Network Diagram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CLOUD &amp; DEVOPS CAPSTONE  |  MyShoe  |  ap-south-1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AWS Implementation (20%)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Terraform ap-south-1: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+ VPC/2AZ, IGW, NAT, EIPs (4), routes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+ SGs least-privilege, EBS/RDS encrypted, backup_retention 0 (free-tier)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+ RDS db.t3.micro 20GB gp2, S3 assets (public-read) + tf-state (versioned+encrypted) + DDB locks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+ ALB + TG + listeners, IAM role myshoe-ec2-role (ECR PowerUser + CW) + instance profile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+ Outputs: alb_dns_name, rds_endpoint, ecr_repo_url, eips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99"/>
                </a:solidFill>
                <a:latin typeface="Calibri"/>
              </a:defRPr>
            </a:pPr>
            <a:r>
              <a:t>6 / 10  |  github.com/anuvindd/myshoe  |  AWS Implementation (20%)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CLOUD &amp; DEVOPS CAPSTONE  |  MyShoe  |  ap-south-1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IaC &amp;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Terraform 1.9.8 - versions.tf, variables.tf, vpc.tf, compute.tf, database.tf, alb.tf, s3.tf, iam.tf, ecr.tf, outputs.tf - validate Success, plan 0 to add.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Ansible - playbook.yml (overlay/br_netfilter, sysctl, amazon-linux-extras docker, kube repo, kubelet/kubeadm/kubectl) + inventories/aws_ec2.yml (tag:Project=myshoe).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Note: Windows OSError -&gt; provisioned via direct yum + manual kubeadm for demo, playbook is grading artefact.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99"/>
                </a:solidFill>
                <a:latin typeface="Calibri"/>
              </a:defRPr>
            </a:pPr>
            <a:r>
              <a:t>7 / 10  |  github.com/anuvindd/myshoe  |  IaC &amp; Automation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CLOUD &amp; DEVOPS CAPSTONE  |  MyShoe  |  ap-south-1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Docker &amp; Kubernetes (25%)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Docker - python:3.11-slim, pymysql+gunicorn main:app, USER appuser, EXPOSE 8000, compose with MySQL 8 + Redis.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Kubernetes - kubeadm 1.30.14 + cri-dockerd, Flannel 10.244.0.0/16, 3 Ready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- Deployment myshoe-app 3 replicas, RollingUpdate, probes /health, resources 200m/256Mi, dnsPolicy Default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- Service NodePort 30080, HPA 2-6 CPU70%, PVC gp2 5Gi, Ingress myshoe.sytes.net, image via ecr-secret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99"/>
                </a:solidFill>
                <a:latin typeface="Calibri"/>
              </a:defRPr>
            </a:pPr>
            <a:r>
              <a:t>8 / 10  |  github.com/anuvindd/myshoe  |  Docker &amp; Kubernetes (25%)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CLOUD &amp; DEVOPS CAPSTONE  |  MyShoe  |  ap-south-1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CI/CD &amp; Monitoring (20%)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GitHub Actions - ci.yml (flake8 + py_compile + docker build on PR) + cd.yml (main -&gt; configure-aws-credentials -&gt; ecr-login -&gt; docker build/push -&gt; kubectl rollout).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Monitoring - monitoring/prometheus-grafana.yaml (Prometheus 2.52 + Grafana 10.4.2)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- Live: Docker Grafana 15.252.54.155:3000 + K8s 15.207.57.86:30788 (admin/admin123), Prometheus 15.252.54.155:9090, scrape 172.17.0.1:30080/metrics (myshoe_up 1, myshoe_requests_total, myshoe_shoes_total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99"/>
                </a:solidFill>
                <a:latin typeface="Calibri"/>
              </a:defRPr>
            </a:pPr>
            <a:r>
              <a:t>9 / 10  |  github.com/anuvindd/myshoe  |  CI/CD &amp; Monitoring (20%)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CLOUD &amp; DEVOPS CAPSTONE  |  MyShoe  |  ap-south-1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Security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Security: SG hardening (restrict 22 to your IP), KMS-encrypted EBS/RDS, secrets via K8s Secret + tfvars gitignored, non-root USER, IAM least-privilege, ACM TLS.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</a:pPr>
            <a:r>
              <a:rPr sz="1050">
                <a:solidFill>
                  <a:srgbClr val="E5E5E5"/>
                </a:solidFill>
                <a:latin typeface="Calibri"/>
              </a:rPr>
              <a:t>Next: ACM DNS-validated trusted cert (replace self-signed c36b7d), ALB 80-&gt;443 redirect, terraform destroy to avoid NAT/EC2 charges (~30/mo), metrics-server for HPA, 3-min demo video.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/ 10  |  github.com/anuvindd/myshoe  |  Security &amp;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